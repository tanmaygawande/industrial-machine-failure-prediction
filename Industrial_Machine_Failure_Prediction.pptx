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Machine Failure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Learn Depth Academy LLP — Track 1 Final Capstone</a:t>
            </a:r>
          </a:p>
          <a:p>
            <a:pPr>
              <a:defRPr sz="2400"/>
            </a:pPr>
            <a:r>
              <a:t>Problem 21 | Binary Classification</a:t>
            </a:r>
          </a:p>
          <a:p>
            <a:pPr>
              <a:defRPr sz="2400"/>
            </a:pPr>
            <a:r>
              <a:t>Tanmay Gawande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 whether a machine is likely to experience a failure within a defined operating window.</a:t>
            </a:r>
          </a:p>
          <a:p>
            <a:pPr>
              <a:defRPr sz="2200"/>
            </a:pPr>
            <a:r>
              <a:t>Inputs: temperature, vibration, pressure, runtime, maintenance gap.</a:t>
            </a:r>
          </a:p>
          <a:p>
            <a:pPr>
              <a:defRPr sz="2200"/>
            </a:pPr>
            <a:r>
              <a:t>Educational prototype.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Inspect data and perform EDA</a:t>
            </a:r>
          </a:p>
          <a:p>
            <a:pPr>
              <a:defRPr sz="2200"/>
            </a:pPr>
            <a:r>
              <a:t>Build foundational ML models</a:t>
            </a:r>
          </a:p>
          <a:p>
            <a:pPr>
              <a:defRPr sz="2200"/>
            </a:pPr>
            <a:r>
              <a:t>Evaluate with required classification metrics</a:t>
            </a:r>
          </a:p>
          <a:p>
            <a:pPr>
              <a:defRPr sz="2200"/>
            </a:pPr>
            <a:r>
              <a:t>Create a simple Streamlit prototype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5,000 reproducible synthetic observations</a:t>
            </a:r>
          </a:p>
          <a:p>
            <a:pPr>
              <a:defRPr sz="2200"/>
            </a:pPr>
            <a:r>
              <a:t>5 machine/maintenance inputs</a:t>
            </a:r>
          </a:p>
          <a:p>
            <a:pPr>
              <a:defRPr sz="2200"/>
            </a:pPr>
            <a:r>
              <a:t>Binary failure target</a:t>
            </a:r>
          </a:p>
          <a:p>
            <a:pPr>
              <a:defRPr sz="2200"/>
            </a:pPr>
            <a:r>
              <a:t>Synthetic data used because the supplied brief contains no assigned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Rows: 5000</a:t>
            </a:r>
          </a:p>
          <a:p>
            <a:pPr>
              <a:defRPr sz="2200"/>
            </a:pPr>
            <a:r>
              <a:t>Missing values: 0</a:t>
            </a:r>
          </a:p>
          <a:p>
            <a:pPr>
              <a:defRPr sz="2200"/>
            </a:pPr>
            <a:r>
              <a:t>Duplicate rows: 0</a:t>
            </a:r>
          </a:p>
          <a:p>
            <a:pPr>
              <a:defRPr sz="2200"/>
            </a:pPr>
            <a:r>
              <a:t>Failure rate: 23.2%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Logistic Regression + standardization</a:t>
            </a:r>
          </a:p>
          <a:p>
            <a:pPr>
              <a:defRPr sz="2200"/>
            </a:pPr>
            <a:r>
              <a:t>Decision Tree (max depth 5)</a:t>
            </a:r>
          </a:p>
          <a:p>
            <a:pPr>
              <a:defRPr sz="2200"/>
            </a:pPr>
            <a:r>
              <a:t>Class weighting enabled</a:t>
            </a:r>
          </a:p>
          <a:p>
            <a:pPr>
              <a:defRPr sz="2200"/>
            </a:pPr>
            <a:r>
              <a:t>Selection: F1, then ROC-AUC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Logistic Regression: Accuracy=0.912, Precision=0.755, Recall=0.918, F1=0.829, ROC-AUC=0.979</a:t>
            </a:r>
          </a:p>
          <a:p>
            <a:pPr>
              <a:defRPr sz="2200"/>
            </a:pPr>
            <a:r>
              <a:t>Decision Tree: Accuracy=0.787, Precision=0.526, Recall=0.819, F1=0.641, ROC-AUC=0.881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Selected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Logistic Regression</a:t>
            </a:r>
          </a:p>
          <a:p>
            <a:pPr>
              <a:defRPr sz="2200"/>
            </a:pPr>
            <a:r>
              <a:t>The saved preprocessing/model pipeline is used by the app.</a:t>
            </a:r>
          </a:p>
          <a:p>
            <a:pPr>
              <a:defRPr sz="2200"/>
            </a:pPr>
            <a:r>
              <a:t>Higher F1-score is preferred for the educational failure-risk task.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Streamlit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Enter the five machine measurements</a:t>
            </a:r>
          </a:p>
          <a:p>
            <a:pPr>
              <a:defRPr sz="2200"/>
            </a:pPr>
            <a:r>
              <a:t>Click Predict</a:t>
            </a:r>
          </a:p>
          <a:p>
            <a:pPr>
              <a:defRPr sz="2200"/>
            </a:pPr>
            <a:r>
              <a:t>View predicted class and estimated failure probability</a:t>
            </a:r>
          </a:p>
          <a:p>
            <a:pPr>
              <a:defRPr sz="2200"/>
            </a:pPr>
            <a:r>
              <a:t>Same saved pipeline is used for inference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Synthetic dataset</a:t>
            </a:r>
          </a:p>
          <a:p>
            <a:pPr>
              <a:defRPr sz="2200"/>
            </a:pPr>
            <a:r>
              <a:t>No real factory-specific validation</a:t>
            </a:r>
          </a:p>
          <a:p>
            <a:pPr>
              <a:defRPr sz="2200"/>
            </a:pPr>
            <a:r>
              <a:t>No time-series drift or maintenance-cost analysis</a:t>
            </a:r>
          </a:p>
          <a:p>
            <a:pPr>
              <a:defRPr sz="2200"/>
            </a:pPr>
            <a:r>
              <a:t>Not for operational decisions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End-to-end capstone implementation completed</a:t>
            </a:r>
          </a:p>
          <a:p>
            <a:pPr>
              <a:defRPr sz="2200"/>
            </a:pPr>
            <a:r>
              <a:t>Notebook, source code, model, app, report and presentation included</a:t>
            </a:r>
          </a:p>
          <a:p>
            <a:pPr>
              <a:defRPr sz="2200"/>
            </a:pPr>
            <a:r>
              <a:t>Run and understand the project before submission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